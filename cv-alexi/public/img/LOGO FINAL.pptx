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7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57"/>
    <p:restoredTop sz="94629"/>
  </p:normalViewPr>
  <p:slideViewPr>
    <p:cSldViewPr snapToGrid="0" snapToObjects="1">
      <p:cViewPr varScale="1">
        <p:scale>
          <a:sx n="84" d="100"/>
          <a:sy n="84" d="100"/>
        </p:scale>
        <p:origin x="1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D26B9-75C0-404B-AB85-164CD0C9F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8190C-F546-EE47-9F88-4E31644CE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DC0099-145B-D34E-A43E-D9523729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D52E78-7A6E-F544-9132-E17024DA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139D66-F454-5D41-BFF1-A98AE5B0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7392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58690-FAF8-4E4F-8A54-4D78B1D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D74C3A-3252-654A-8147-0F218EA06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319238-03DF-7C4B-A55F-B14E7097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1CB601-5808-6447-BACA-7A75E62E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9BF3C-2341-C647-BB70-38D9473B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6559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E0D75-B5A4-AD40-A700-E82DC6E9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8E9656-CE37-4448-9F1E-A17908450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06403B-73D5-7049-B5A0-A83ECD02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2368DB-6EE4-E146-86C4-5C6744D8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C98DE2-3B9E-CB4C-9D32-77F6D059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444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B270E-6ACA-264E-B746-7B383160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50868-7581-3B4B-8C70-DE38C9352E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5F4258-DCEC-D04A-839E-25F658BD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FD4735-A6E5-5543-9601-E639B35B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7FD567-3B43-264C-813D-AF618DA1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CB50C7-E859-AD4D-8D1F-52271838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315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62424-5936-CB4C-9C8C-F23AA6277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9369D5-4B13-2C4D-9008-96A022968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AEA2F2-E358-7A47-A9A4-3066995E0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61C288-833C-ED4A-A786-0335DB4CF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09170DA-0132-9445-AFFA-03EDB6468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65A091-8303-9B45-A327-0DB7AB70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54EB8E-3707-D84A-9DB5-0D3E1CFA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129158-3F3B-3942-B2BB-96D916AD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6353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78D8A-0DEA-1146-8E5E-BA15EBFB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18E074-844B-624F-86B9-FFA8A8E4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3E5DB9-704E-3F40-A748-8157FCD2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34344A-BEB5-3545-AAAE-E8229852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9092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57A912-9B84-9041-9CF6-A2F74A7F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2CA255-BC26-EA46-9C46-45525140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E6BE5A-6246-F840-A254-72A40A1F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162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564D2-46AA-734E-B45C-23A9D710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40106-D656-EB48-8438-1EA3A32DD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4F56E6-0286-A141-BC7E-918C2A197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DB7257-3AEB-FF4D-AB03-EAC1C78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8FBD91-741D-5745-80D7-E06400A8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80AADC-C650-AF4B-B9D4-1835C37E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489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C1919-6757-834E-BA88-BC5334E2F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07CFEC-7A3B-844C-A9C1-8B4BA3BC9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B7A026-5738-264F-A419-ADDFB34DB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C5312-286C-404E-B6FF-9DCE3CC7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F79960-6919-8247-BD92-6D99B533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E4B345-E515-994B-92D6-1E5A5B8A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3987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969E5-055D-3047-AB16-00C1F6ADB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3BD2DD-15BB-9649-B4C9-558A43A4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ED2AF-4408-4A47-9015-FEFEFA02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FBB22C-0BED-A94C-8E99-87818ABC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8B6704-A284-304C-9406-D1672A39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3466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87A79E-31DD-E047-A5A0-6D9DAB6DC6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09F2CC-7F54-AD4C-9A66-F69D39424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288D18-058C-BE42-B8DC-70E1AA4A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66079-27B5-E74C-A4BC-8B4AEBCB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608255-B27A-5B47-BDD5-02BF185A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4345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7BEF395-8893-FB47-B85C-7FE6FC7E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ABCFBB-E0C5-EB44-8B32-2220E471B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73510B-63D5-BC47-864E-DA0E646E9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5BF9F-5806-D44F-A33E-B3869762F8D9}" type="datetimeFigureOut">
              <a:rPr lang="es-ES_tradnl" smtClean="0"/>
              <a:t>2/12/21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50182D-5B46-DB47-A82D-BFB7D6133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44E560-7E66-D44C-9C31-338E6A30B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5C90A-4CEB-AE47-8BD6-50A50434637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628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DFF14BAE-A425-2F4A-83EF-81398ECBFA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086"/>
          <a:stretch/>
        </p:blipFill>
        <p:spPr>
          <a:xfrm>
            <a:off x="3712379" y="2376382"/>
            <a:ext cx="3826933" cy="210523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7AC9FB1-397B-F147-95AA-AC013C26CE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338"/>
          <a:stretch/>
        </p:blipFill>
        <p:spPr>
          <a:xfrm>
            <a:off x="3955198" y="4306111"/>
            <a:ext cx="3826933" cy="76848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E7CC2D27-5F1A-7C4A-AC87-A4865EF46B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175"/>
          <a:stretch/>
        </p:blipFill>
        <p:spPr>
          <a:xfrm>
            <a:off x="4550669" y="348968"/>
            <a:ext cx="2324697" cy="210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531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Alexi Burgos Flores</dc:creator>
  <cp:lastModifiedBy>Alexi Burgos Flores</cp:lastModifiedBy>
  <cp:revision>1</cp:revision>
  <dcterms:created xsi:type="dcterms:W3CDTF">2021-12-03T01:50:32Z</dcterms:created>
  <dcterms:modified xsi:type="dcterms:W3CDTF">2021-12-03T01:53:08Z</dcterms:modified>
</cp:coreProperties>
</file>